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port 8080 can be changed in the config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Kai finds documents affected by a change</a:t>
            </a:r>
          </a:p>
          <a:p>
            <a:r>
              <a:t>Works on md, docx, pptx and 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Requires Java 17</a:t>
            </a:r>
          </a:p>
          <a:p>
            <a:r>
              <a:t>Unzip and run the launcher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 listens on port 8080</a:t>
            </a:r>
          </a:p>
          <a:p>
            <a:r>
              <a:t>Browse to localhost:8080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 the support desk</a:t>
            </a:r>
          </a:p>
          <a:p>
            <a:r>
              <a:t>Hours: 9 to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Embedding-based routing</a:t>
            </a:r>
          </a:p>
          <a:p>
            <a:r>
              <a:t>SharePoint adapter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